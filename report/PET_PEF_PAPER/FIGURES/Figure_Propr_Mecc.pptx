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FDB7CD-D9AB-4CCF-B6AD-68EB2B99312A}" v="16" dt="2026-04-17T11:04:34.1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Marchio" userId="1206ed30-afed-428c-9413-b7cc265f1489" providerId="ADAL" clId="{CF431488-ADBA-4437-B30E-F7B936E52C60}"/>
    <pc:docChg chg="undo custSel addSld modSld addMainMaster delMainMaster">
      <pc:chgData name="Sara Marchio" userId="1206ed30-afed-428c-9413-b7cc265f1489" providerId="ADAL" clId="{CF431488-ADBA-4437-B30E-F7B936E52C60}" dt="2026-04-17T11:06:54.831" v="789" actId="1038"/>
      <pc:docMkLst>
        <pc:docMk/>
      </pc:docMkLst>
      <pc:sldChg chg="addSp delSp modSp new mod setBg modClrScheme chgLayout">
        <pc:chgData name="Sara Marchio" userId="1206ed30-afed-428c-9413-b7cc265f1489" providerId="ADAL" clId="{CF431488-ADBA-4437-B30E-F7B936E52C60}" dt="2026-04-17T08:52:41.228" v="371" actId="1038"/>
        <pc:sldMkLst>
          <pc:docMk/>
          <pc:sldMk cId="3586529489" sldId="256"/>
        </pc:sldMkLst>
        <pc:spChg chg="del">
          <ac:chgData name="Sara Marchio" userId="1206ed30-afed-428c-9413-b7cc265f1489" providerId="ADAL" clId="{CF431488-ADBA-4437-B30E-F7B936E52C60}" dt="2026-04-17T08:14:27.224" v="2" actId="478"/>
          <ac:spMkLst>
            <pc:docMk/>
            <pc:sldMk cId="3586529489" sldId="256"/>
            <ac:spMk id="2" creationId="{81B53B80-06E3-42BC-7D00-05EA266CE5BF}"/>
          </ac:spMkLst>
        </pc:spChg>
        <pc:spChg chg="del">
          <ac:chgData name="Sara Marchio" userId="1206ed30-afed-428c-9413-b7cc265f1489" providerId="ADAL" clId="{CF431488-ADBA-4437-B30E-F7B936E52C60}" dt="2026-04-17T08:14:25.172" v="1" actId="478"/>
          <ac:spMkLst>
            <pc:docMk/>
            <pc:sldMk cId="3586529489" sldId="256"/>
            <ac:spMk id="3" creationId="{E7D8F732-D0DA-1B84-4893-E174337B2FE8}"/>
          </ac:spMkLst>
        </pc:spChg>
        <pc:spChg chg="add del">
          <ac:chgData name="Sara Marchio" userId="1206ed30-afed-428c-9413-b7cc265f1489" providerId="ADAL" clId="{CF431488-ADBA-4437-B30E-F7B936E52C60}" dt="2026-04-17T08:15:09.062" v="18" actId="26606"/>
          <ac:spMkLst>
            <pc:docMk/>
            <pc:sldMk cId="3586529489" sldId="256"/>
            <ac:spMk id="10" creationId="{86FF76B9-219D-4469-AF87-0236D29032F1}"/>
          </ac:spMkLst>
        </pc:spChg>
        <pc:spChg chg="add mod">
          <ac:chgData name="Sara Marchio" userId="1206ed30-afed-428c-9413-b7cc265f1489" providerId="ADAL" clId="{CF431488-ADBA-4437-B30E-F7B936E52C60}" dt="2026-04-17T08:51:32.366" v="326" actId="1038"/>
          <ac:spMkLst>
            <pc:docMk/>
            <pc:sldMk cId="3586529489" sldId="256"/>
            <ac:spMk id="11" creationId="{5A4AD7C2-E02D-EC8B-5DCF-646CA3CC6383}"/>
          </ac:spMkLst>
        </pc:spChg>
        <pc:spChg chg="add mod">
          <ac:chgData name="Sara Marchio" userId="1206ed30-afed-428c-9413-b7cc265f1489" providerId="ADAL" clId="{CF431488-ADBA-4437-B30E-F7B936E52C60}" dt="2026-04-17T08:51:51.986" v="347" actId="1038"/>
          <ac:spMkLst>
            <pc:docMk/>
            <pc:sldMk cId="3586529489" sldId="256"/>
            <ac:spMk id="15" creationId="{17C2B007-C682-80FF-2AE1-5FD5893D0F0A}"/>
          </ac:spMkLst>
        </pc:spChg>
        <pc:spChg chg="add del">
          <ac:chgData name="Sara Marchio" userId="1206ed30-afed-428c-9413-b7cc265f1489" providerId="ADAL" clId="{CF431488-ADBA-4437-B30E-F7B936E52C60}" dt="2026-04-17T08:15:09.062" v="18" actId="26606"/>
          <ac:spMkLst>
            <pc:docMk/>
            <pc:sldMk cId="3586529489" sldId="256"/>
            <ac:spMk id="16" creationId="{2E80C965-DB6D-4F81-9E9E-B027384D0BD6}"/>
          </ac:spMkLst>
        </pc:spChg>
        <pc:spChg chg="add mod">
          <ac:chgData name="Sara Marchio" userId="1206ed30-afed-428c-9413-b7cc265f1489" providerId="ADAL" clId="{CF431488-ADBA-4437-B30E-F7B936E52C60}" dt="2026-04-17T08:52:04.025" v="360" actId="1038"/>
          <ac:spMkLst>
            <pc:docMk/>
            <pc:sldMk cId="3586529489" sldId="256"/>
            <ac:spMk id="17" creationId="{6C46ED02-3B4A-D6F1-8A37-053F7137B083}"/>
          </ac:spMkLst>
        </pc:spChg>
        <pc:spChg chg="add del">
          <ac:chgData name="Sara Marchio" userId="1206ed30-afed-428c-9413-b7cc265f1489" providerId="ADAL" clId="{CF431488-ADBA-4437-B30E-F7B936E52C60}" dt="2026-04-17T08:15:09.062" v="18" actId="26606"/>
          <ac:spMkLst>
            <pc:docMk/>
            <pc:sldMk cId="3586529489" sldId="256"/>
            <ac:spMk id="18" creationId="{633C5E46-DAC5-4661-9C87-22B08E2A512F}"/>
          </ac:spMkLst>
        </pc:spChg>
        <pc:spChg chg="add mod">
          <ac:chgData name="Sara Marchio" userId="1206ed30-afed-428c-9413-b7cc265f1489" providerId="ADAL" clId="{CF431488-ADBA-4437-B30E-F7B936E52C60}" dt="2026-04-17T08:51:43.154" v="339" actId="1038"/>
          <ac:spMkLst>
            <pc:docMk/>
            <pc:sldMk cId="3586529489" sldId="256"/>
            <ac:spMk id="19" creationId="{0947459D-7F39-C864-ED77-106AEFD8161E}"/>
          </ac:spMkLst>
        </pc:spChg>
        <pc:spChg chg="add del">
          <ac:chgData name="Sara Marchio" userId="1206ed30-afed-428c-9413-b7cc265f1489" providerId="ADAL" clId="{CF431488-ADBA-4437-B30E-F7B936E52C60}" dt="2026-04-17T08:15:08.062" v="14" actId="26606"/>
          <ac:spMkLst>
            <pc:docMk/>
            <pc:sldMk cId="3586529489" sldId="256"/>
            <ac:spMk id="20" creationId="{E20BB609-EF92-42DB-836C-0699A590B5CF}"/>
          </ac:spMkLst>
        </pc:spChg>
        <pc:spChg chg="add del">
          <ac:chgData name="Sara Marchio" userId="1206ed30-afed-428c-9413-b7cc265f1489" providerId="ADAL" clId="{CF431488-ADBA-4437-B30E-F7B936E52C60}" dt="2026-04-17T08:14:53.267" v="9" actId="26606"/>
          <ac:spMkLst>
            <pc:docMk/>
            <pc:sldMk cId="3586529489" sldId="256"/>
            <ac:spMk id="23" creationId="{E20BB609-EF92-42DB-836C-0699A590B5CF}"/>
          </ac:spMkLst>
        </pc:spChg>
        <pc:grpChg chg="add del">
          <ac:chgData name="Sara Marchio" userId="1206ed30-afed-428c-9413-b7cc265f1489" providerId="ADAL" clId="{CF431488-ADBA-4437-B30E-F7B936E52C60}" dt="2026-04-17T08:15:09.062" v="18" actId="26606"/>
          <ac:grpSpMkLst>
            <pc:docMk/>
            <pc:sldMk cId="3586529489" sldId="256"/>
            <ac:grpSpMk id="12" creationId="{DB88BD78-87E1-424D-B479-C37D8E41B12E}"/>
          </ac:grpSpMkLst>
        </pc:grpChg>
        <pc:picChg chg="add del mod">
          <ac:chgData name="Sara Marchio" userId="1206ed30-afed-428c-9413-b7cc265f1489" providerId="ADAL" clId="{CF431488-ADBA-4437-B30E-F7B936E52C60}" dt="2026-04-17T08:15:09.236" v="19" actId="931"/>
          <ac:picMkLst>
            <pc:docMk/>
            <pc:sldMk cId="3586529489" sldId="256"/>
            <ac:picMk id="5" creationId="{11D89BEE-D136-B62A-2206-4F4D48A57D89}"/>
          </ac:picMkLst>
        </pc:picChg>
        <pc:picChg chg="add mod modCrop">
          <ac:chgData name="Sara Marchio" userId="1206ed30-afed-428c-9413-b7cc265f1489" providerId="ADAL" clId="{CF431488-ADBA-4437-B30E-F7B936E52C60}" dt="2026-04-17T08:47:33.910" v="301" actId="732"/>
          <ac:picMkLst>
            <pc:docMk/>
            <pc:sldMk cId="3586529489" sldId="256"/>
            <ac:picMk id="7" creationId="{301B13BA-DE07-7976-1AE3-6AB5BC0951C4}"/>
          </ac:picMkLst>
        </pc:picChg>
        <pc:picChg chg="add mod modCrop">
          <ac:chgData name="Sara Marchio" userId="1206ed30-afed-428c-9413-b7cc265f1489" providerId="ADAL" clId="{CF431488-ADBA-4437-B30E-F7B936E52C60}" dt="2026-04-17T08:51:12.453" v="314" actId="18131"/>
          <ac:picMkLst>
            <pc:docMk/>
            <pc:sldMk cId="3586529489" sldId="256"/>
            <ac:picMk id="9" creationId="{A374E6C4-1708-624E-ECC4-D47089A8A57D}"/>
          </ac:picMkLst>
        </pc:picChg>
        <pc:picChg chg="add mod modCrop">
          <ac:chgData name="Sara Marchio" userId="1206ed30-afed-428c-9413-b7cc265f1489" providerId="ADAL" clId="{CF431488-ADBA-4437-B30E-F7B936E52C60}" dt="2026-04-17T08:52:41.228" v="371" actId="1038"/>
          <ac:picMkLst>
            <pc:docMk/>
            <pc:sldMk cId="3586529489" sldId="256"/>
            <ac:picMk id="21" creationId="{A0A32AAF-B1AF-8349-1793-452E453A0230}"/>
          </ac:picMkLst>
        </pc:picChg>
      </pc:sldChg>
      <pc:sldChg chg="addSp delSp modSp new mod setBg">
        <pc:chgData name="Sara Marchio" userId="1206ed30-afed-428c-9413-b7cc265f1489" providerId="ADAL" clId="{CF431488-ADBA-4437-B30E-F7B936E52C60}" dt="2026-04-17T08:56:58.941" v="462" actId="1038"/>
        <pc:sldMkLst>
          <pc:docMk/>
          <pc:sldMk cId="772674113" sldId="257"/>
        </pc:sldMkLst>
        <pc:spChg chg="del">
          <ac:chgData name="Sara Marchio" userId="1206ed30-afed-428c-9413-b7cc265f1489" providerId="ADAL" clId="{CF431488-ADBA-4437-B30E-F7B936E52C60}" dt="2026-04-17T08:55:13.552" v="374" actId="478"/>
          <ac:spMkLst>
            <pc:docMk/>
            <pc:sldMk cId="772674113" sldId="257"/>
            <ac:spMk id="2" creationId="{62F152A1-E32B-8913-46C1-3E98302AC3AD}"/>
          </ac:spMkLst>
        </pc:spChg>
        <pc:spChg chg="del">
          <ac:chgData name="Sara Marchio" userId="1206ed30-afed-428c-9413-b7cc265f1489" providerId="ADAL" clId="{CF431488-ADBA-4437-B30E-F7B936E52C60}" dt="2026-04-17T08:55:12.631" v="373" actId="478"/>
          <ac:spMkLst>
            <pc:docMk/>
            <pc:sldMk cId="772674113" sldId="257"/>
            <ac:spMk id="3" creationId="{A3CAE9D6-6C1D-67CD-4041-FE67E438548F}"/>
          </ac:spMkLst>
        </pc:spChg>
        <pc:spChg chg="add del">
          <ac:chgData name="Sara Marchio" userId="1206ed30-afed-428c-9413-b7cc265f1489" providerId="ADAL" clId="{CF431488-ADBA-4437-B30E-F7B936E52C60}" dt="2026-04-17T08:56:16.087" v="430" actId="26606"/>
          <ac:spMkLst>
            <pc:docMk/>
            <pc:sldMk cId="772674113" sldId="257"/>
            <ac:spMk id="11" creationId="{854ECEBE-9353-406C-9313-02A517A310EF}"/>
          </ac:spMkLst>
        </pc:spChg>
        <pc:spChg chg="add del">
          <ac:chgData name="Sara Marchio" userId="1206ed30-afed-428c-9413-b7cc265f1489" providerId="ADAL" clId="{CF431488-ADBA-4437-B30E-F7B936E52C60}" dt="2026-04-17T08:56:16.087" v="430" actId="26606"/>
          <ac:spMkLst>
            <pc:docMk/>
            <pc:sldMk cId="772674113" sldId="257"/>
            <ac:spMk id="13" creationId="{86806086-A782-4311-A63B-1A68574D8067}"/>
          </ac:spMkLst>
        </pc:spChg>
        <pc:spChg chg="add del">
          <ac:chgData name="Sara Marchio" userId="1206ed30-afed-428c-9413-b7cc265f1489" providerId="ADAL" clId="{CF431488-ADBA-4437-B30E-F7B936E52C60}" dt="2026-04-17T08:56:16.087" v="430" actId="26606"/>
          <ac:spMkLst>
            <pc:docMk/>
            <pc:sldMk cId="772674113" sldId="257"/>
            <ac:spMk id="15" creationId="{CE71458B-DF80-43DF-9693-2EC3878ACAB5}"/>
          </ac:spMkLst>
        </pc:spChg>
        <pc:spChg chg="add del">
          <ac:chgData name="Sara Marchio" userId="1206ed30-afed-428c-9413-b7cc265f1489" providerId="ADAL" clId="{CF431488-ADBA-4437-B30E-F7B936E52C60}" dt="2026-04-17T08:56:16.087" v="430" actId="26606"/>
          <ac:spMkLst>
            <pc:docMk/>
            <pc:sldMk cId="772674113" sldId="257"/>
            <ac:spMk id="17" creationId="{DE1994AC-22D1-4B48-9EDA-BE373E704567}"/>
          </ac:spMkLst>
        </pc:spChg>
        <pc:spChg chg="add del">
          <ac:chgData name="Sara Marchio" userId="1206ed30-afed-428c-9413-b7cc265f1489" providerId="ADAL" clId="{CF431488-ADBA-4437-B30E-F7B936E52C60}" dt="2026-04-17T08:56:16.087" v="430" actId="26606"/>
          <ac:spMkLst>
            <pc:docMk/>
            <pc:sldMk cId="772674113" sldId="257"/>
            <ac:spMk id="19" creationId="{22220111-5018-4EB7-A38B-79BD37F7C095}"/>
          </ac:spMkLst>
        </pc:spChg>
        <pc:picChg chg="add mod ord modCrop">
          <ac:chgData name="Sara Marchio" userId="1206ed30-afed-428c-9413-b7cc265f1489" providerId="ADAL" clId="{CF431488-ADBA-4437-B30E-F7B936E52C60}" dt="2026-04-17T08:56:25.935" v="436" actId="1038"/>
          <ac:picMkLst>
            <pc:docMk/>
            <pc:sldMk cId="772674113" sldId="257"/>
            <ac:picMk id="5" creationId="{7171349F-0EF5-45B3-740E-2C69718756A6}"/>
          </ac:picMkLst>
        </pc:picChg>
        <pc:picChg chg="add mod modCrop">
          <ac:chgData name="Sara Marchio" userId="1206ed30-afed-428c-9413-b7cc265f1489" providerId="ADAL" clId="{CF431488-ADBA-4437-B30E-F7B936E52C60}" dt="2026-04-17T08:56:42.357" v="446" actId="1038"/>
          <ac:picMkLst>
            <pc:docMk/>
            <pc:sldMk cId="772674113" sldId="257"/>
            <ac:picMk id="6" creationId="{C7CACAAE-A52C-2B39-2C83-5BC8A9763B81}"/>
          </ac:picMkLst>
        </pc:picChg>
        <pc:picChg chg="add mod">
          <ac:chgData name="Sara Marchio" userId="1206ed30-afed-428c-9413-b7cc265f1489" providerId="ADAL" clId="{CF431488-ADBA-4437-B30E-F7B936E52C60}" dt="2026-04-17T08:56:58.941" v="462" actId="1038"/>
          <ac:picMkLst>
            <pc:docMk/>
            <pc:sldMk cId="772674113" sldId="257"/>
            <ac:picMk id="7" creationId="{779ABB62-FC56-13E5-70C6-5DE879B3D18F}"/>
          </ac:picMkLst>
        </pc:picChg>
      </pc:sldChg>
      <pc:sldChg chg="addSp delSp modSp new mod">
        <pc:chgData name="Sara Marchio" userId="1206ed30-afed-428c-9413-b7cc265f1489" providerId="ADAL" clId="{CF431488-ADBA-4437-B30E-F7B936E52C60}" dt="2026-04-17T11:05:25.487" v="582" actId="1038"/>
        <pc:sldMkLst>
          <pc:docMk/>
          <pc:sldMk cId="2734054923" sldId="258"/>
        </pc:sldMkLst>
        <pc:spChg chg="del">
          <ac:chgData name="Sara Marchio" userId="1206ed30-afed-428c-9413-b7cc265f1489" providerId="ADAL" clId="{CF431488-ADBA-4437-B30E-F7B936E52C60}" dt="2026-04-17T11:03:29.729" v="464" actId="478"/>
          <ac:spMkLst>
            <pc:docMk/>
            <pc:sldMk cId="2734054923" sldId="258"/>
            <ac:spMk id="2" creationId="{403E3C9E-11C9-4213-FD43-B1E3064036AE}"/>
          </ac:spMkLst>
        </pc:spChg>
        <pc:spChg chg="del">
          <ac:chgData name="Sara Marchio" userId="1206ed30-afed-428c-9413-b7cc265f1489" providerId="ADAL" clId="{CF431488-ADBA-4437-B30E-F7B936E52C60}" dt="2026-04-17T11:03:31.936" v="465" actId="478"/>
          <ac:spMkLst>
            <pc:docMk/>
            <pc:sldMk cId="2734054923" sldId="258"/>
            <ac:spMk id="3" creationId="{5E409B16-A942-62E2-369F-23B0C0B97595}"/>
          </ac:spMkLst>
        </pc:spChg>
        <pc:spChg chg="add mod">
          <ac:chgData name="Sara Marchio" userId="1206ed30-afed-428c-9413-b7cc265f1489" providerId="ADAL" clId="{CF431488-ADBA-4437-B30E-F7B936E52C60}" dt="2026-04-17T11:04:59.251" v="500" actId="1038"/>
          <ac:spMkLst>
            <pc:docMk/>
            <pc:sldMk cId="2734054923" sldId="258"/>
            <ac:spMk id="5" creationId="{06271A80-051B-8CC8-81A5-1DBD5EB20121}"/>
          </ac:spMkLst>
        </pc:spChg>
        <pc:spChg chg="add mod">
          <ac:chgData name="Sara Marchio" userId="1206ed30-afed-428c-9413-b7cc265f1489" providerId="ADAL" clId="{CF431488-ADBA-4437-B30E-F7B936E52C60}" dt="2026-04-17T11:05:16.436" v="555" actId="1035"/>
          <ac:spMkLst>
            <pc:docMk/>
            <pc:sldMk cId="2734054923" sldId="258"/>
            <ac:spMk id="6" creationId="{50A511A1-8C3C-00DC-A111-B16448028199}"/>
          </ac:spMkLst>
        </pc:spChg>
        <pc:spChg chg="add mod">
          <ac:chgData name="Sara Marchio" userId="1206ed30-afed-428c-9413-b7cc265f1489" providerId="ADAL" clId="{CF431488-ADBA-4437-B30E-F7B936E52C60}" dt="2026-04-17T11:05:25.487" v="582" actId="1038"/>
          <ac:spMkLst>
            <pc:docMk/>
            <pc:sldMk cId="2734054923" sldId="258"/>
            <ac:spMk id="7" creationId="{E641A875-6361-0180-705F-529495F40425}"/>
          </ac:spMkLst>
        </pc:spChg>
        <pc:spChg chg="add mod">
          <ac:chgData name="Sara Marchio" userId="1206ed30-afed-428c-9413-b7cc265f1489" providerId="ADAL" clId="{CF431488-ADBA-4437-B30E-F7B936E52C60}" dt="2026-04-17T11:05:09.776" v="540" actId="1038"/>
          <ac:spMkLst>
            <pc:docMk/>
            <pc:sldMk cId="2734054923" sldId="258"/>
            <ac:spMk id="8" creationId="{7BE34864-17D7-5ADF-07F4-67B24D02A405}"/>
          </ac:spMkLst>
        </pc:spChg>
        <pc:picChg chg="add mod">
          <ac:chgData name="Sara Marchio" userId="1206ed30-afed-428c-9413-b7cc265f1489" providerId="ADAL" clId="{CF431488-ADBA-4437-B30E-F7B936E52C60}" dt="2026-04-17T11:03:40.589" v="469" actId="14100"/>
          <ac:picMkLst>
            <pc:docMk/>
            <pc:sldMk cId="2734054923" sldId="258"/>
            <ac:picMk id="4" creationId="{2111D0BD-6C08-22D0-A569-7B5B577D3E30}"/>
          </ac:picMkLst>
        </pc:picChg>
      </pc:sldChg>
      <pc:sldChg chg="addSp delSp modSp new mod">
        <pc:chgData name="Sara Marchio" userId="1206ed30-afed-428c-9413-b7cc265f1489" providerId="ADAL" clId="{CF431488-ADBA-4437-B30E-F7B936E52C60}" dt="2026-04-17T11:06:54.831" v="789" actId="1038"/>
        <pc:sldMkLst>
          <pc:docMk/>
          <pc:sldMk cId="2150077953" sldId="259"/>
        </pc:sldMkLst>
        <pc:spChg chg="del">
          <ac:chgData name="Sara Marchio" userId="1206ed30-afed-428c-9413-b7cc265f1489" providerId="ADAL" clId="{CF431488-ADBA-4437-B30E-F7B936E52C60}" dt="2026-04-17T11:03:47.368" v="471" actId="478"/>
          <ac:spMkLst>
            <pc:docMk/>
            <pc:sldMk cId="2150077953" sldId="259"/>
            <ac:spMk id="2" creationId="{5A713DAE-5948-0BCD-5C8C-685AF8FD1FF3}"/>
          </ac:spMkLst>
        </pc:spChg>
        <pc:spChg chg="del">
          <ac:chgData name="Sara Marchio" userId="1206ed30-afed-428c-9413-b7cc265f1489" providerId="ADAL" clId="{CF431488-ADBA-4437-B30E-F7B936E52C60}" dt="2026-04-17T11:03:48.520" v="472" actId="478"/>
          <ac:spMkLst>
            <pc:docMk/>
            <pc:sldMk cId="2150077953" sldId="259"/>
            <ac:spMk id="3" creationId="{72D492AD-7E93-1E77-752C-E5D9801B55AD}"/>
          </ac:spMkLst>
        </pc:spChg>
        <pc:spChg chg="add mod">
          <ac:chgData name="Sara Marchio" userId="1206ed30-afed-428c-9413-b7cc265f1489" providerId="ADAL" clId="{CF431488-ADBA-4437-B30E-F7B936E52C60}" dt="2026-04-17T11:06:54.831" v="789" actId="1038"/>
          <ac:spMkLst>
            <pc:docMk/>
            <pc:sldMk cId="2150077953" sldId="259"/>
            <ac:spMk id="5" creationId="{FC8677AC-22C8-EA01-4460-C25D030B6814}"/>
          </ac:spMkLst>
        </pc:spChg>
        <pc:spChg chg="add mod">
          <ac:chgData name="Sara Marchio" userId="1206ed30-afed-428c-9413-b7cc265f1489" providerId="ADAL" clId="{CF431488-ADBA-4437-B30E-F7B936E52C60}" dt="2026-04-17T11:06:11.776" v="740" actId="1037"/>
          <ac:spMkLst>
            <pc:docMk/>
            <pc:sldMk cId="2150077953" sldId="259"/>
            <ac:spMk id="6" creationId="{4F3DA102-2455-B125-CF05-B6F7284498D4}"/>
          </ac:spMkLst>
        </pc:spChg>
        <pc:spChg chg="add mod">
          <ac:chgData name="Sara Marchio" userId="1206ed30-afed-428c-9413-b7cc265f1489" providerId="ADAL" clId="{CF431488-ADBA-4437-B30E-F7B936E52C60}" dt="2026-04-17T11:06:35.094" v="756" actId="1038"/>
          <ac:spMkLst>
            <pc:docMk/>
            <pc:sldMk cId="2150077953" sldId="259"/>
            <ac:spMk id="7" creationId="{1702A4B7-B515-BDC9-DE6A-286DB4DEA74B}"/>
          </ac:spMkLst>
        </pc:spChg>
        <pc:spChg chg="add mod">
          <ac:chgData name="Sara Marchio" userId="1206ed30-afed-428c-9413-b7cc265f1489" providerId="ADAL" clId="{CF431488-ADBA-4437-B30E-F7B936E52C60}" dt="2026-04-17T11:06:44.639" v="768" actId="1038"/>
          <ac:spMkLst>
            <pc:docMk/>
            <pc:sldMk cId="2150077953" sldId="259"/>
            <ac:spMk id="8" creationId="{4D93F7A8-484C-863E-1080-E8250A29286B}"/>
          </ac:spMkLst>
        </pc:spChg>
        <pc:picChg chg="add mod">
          <ac:chgData name="Sara Marchio" userId="1206ed30-afed-428c-9413-b7cc265f1489" providerId="ADAL" clId="{CF431488-ADBA-4437-B30E-F7B936E52C60}" dt="2026-04-17T11:04:08.464" v="476" actId="1076"/>
          <ac:picMkLst>
            <pc:docMk/>
            <pc:sldMk cId="2150077953" sldId="259"/>
            <ac:picMk id="4" creationId="{7C7EFDED-5865-3F90-F641-8E3A4A366111}"/>
          </ac:picMkLst>
        </pc:picChg>
      </pc:sldChg>
      <pc:sldMasterChg chg="add del addSldLayout delSldLayout">
        <pc:chgData name="Sara Marchio" userId="1206ed30-afed-428c-9413-b7cc265f1489" providerId="ADAL" clId="{CF431488-ADBA-4437-B30E-F7B936E52C60}" dt="2026-04-17T08:15:08.062" v="14" actId="26606"/>
        <pc:sldMasterMkLst>
          <pc:docMk/>
          <pc:sldMasterMk cId="4199455026" sldId="2147483648"/>
        </pc:sldMasterMkLst>
        <pc:sldLayoutChg chg="add del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4199455026" sldId="2147483648"/>
            <pc:sldLayoutMk cId="3202114065" sldId="2147483649"/>
          </pc:sldLayoutMkLst>
        </pc:sldLayoutChg>
        <pc:sldLayoutChg chg="add del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4199455026" sldId="2147483648"/>
            <pc:sldLayoutMk cId="1103425092" sldId="2147483650"/>
          </pc:sldLayoutMkLst>
        </pc:sldLayoutChg>
        <pc:sldLayoutChg chg="add del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4199455026" sldId="2147483648"/>
            <pc:sldLayoutMk cId="3090548688" sldId="2147483651"/>
          </pc:sldLayoutMkLst>
        </pc:sldLayoutChg>
        <pc:sldLayoutChg chg="add del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4199455026" sldId="2147483648"/>
            <pc:sldLayoutMk cId="1891473872" sldId="2147483652"/>
          </pc:sldLayoutMkLst>
        </pc:sldLayoutChg>
        <pc:sldLayoutChg chg="add del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4199455026" sldId="2147483648"/>
            <pc:sldLayoutMk cId="2226200395" sldId="2147483653"/>
          </pc:sldLayoutMkLst>
        </pc:sldLayoutChg>
        <pc:sldLayoutChg chg="add del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4199455026" sldId="2147483648"/>
            <pc:sldLayoutMk cId="1749562821" sldId="2147483654"/>
          </pc:sldLayoutMkLst>
        </pc:sldLayoutChg>
        <pc:sldLayoutChg chg="add del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4199455026" sldId="2147483648"/>
            <pc:sldLayoutMk cId="628731654" sldId="2147483655"/>
          </pc:sldLayoutMkLst>
        </pc:sldLayoutChg>
        <pc:sldLayoutChg chg="add del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4199455026" sldId="2147483648"/>
            <pc:sldLayoutMk cId="2487534285" sldId="2147483656"/>
          </pc:sldLayoutMkLst>
        </pc:sldLayoutChg>
        <pc:sldLayoutChg chg="add del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4199455026" sldId="2147483648"/>
            <pc:sldLayoutMk cId="1935651564" sldId="2147483657"/>
          </pc:sldLayoutMkLst>
        </pc:sldLayoutChg>
        <pc:sldLayoutChg chg="add del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4199455026" sldId="2147483648"/>
            <pc:sldLayoutMk cId="2120320490" sldId="2147483658"/>
          </pc:sldLayoutMkLst>
        </pc:sldLayoutChg>
        <pc:sldLayoutChg chg="add del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4199455026" sldId="2147483648"/>
            <pc:sldLayoutMk cId="3798007458" sldId="2147483659"/>
          </pc:sldLayoutMkLst>
        </pc:sldLayoutChg>
      </pc:sldMasterChg>
      <pc:sldMasterChg chg="add del replId addSldLayout delSldLayout">
        <pc:chgData name="Sara Marchio" userId="1206ed30-afed-428c-9413-b7cc265f1489" providerId="ADAL" clId="{CF431488-ADBA-4437-B30E-F7B936E52C60}" dt="2026-04-17T08:14:53.267" v="9" actId="26606"/>
        <pc:sldMasterMkLst>
          <pc:docMk/>
          <pc:sldMasterMk cId="1894973894" sldId="2147483660"/>
        </pc:sldMasterMkLst>
        <pc:sldLayoutChg chg="add del">
          <pc:chgData name="Sara Marchio" userId="1206ed30-afed-428c-9413-b7cc265f1489" providerId="ADAL" clId="{CF431488-ADBA-4437-B30E-F7B936E52C60}" dt="2026-04-17T08:14:53.267" v="9" actId="26606"/>
          <pc:sldLayoutMkLst>
            <pc:docMk/>
            <pc:sldMasterMk cId="1894973894" sldId="2147483660"/>
            <pc:sldLayoutMk cId="175066591" sldId="2147483661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4:53.267" v="9" actId="26606"/>
          <pc:sldLayoutMkLst>
            <pc:docMk/>
            <pc:sldMasterMk cId="1894973894" sldId="2147483660"/>
            <pc:sldLayoutMk cId="359781823" sldId="2147483662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4:53.267" v="9" actId="26606"/>
          <pc:sldLayoutMkLst>
            <pc:docMk/>
            <pc:sldMasterMk cId="1894973894" sldId="2147483660"/>
            <pc:sldLayoutMk cId="735026908" sldId="2147483663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4:53.267" v="9" actId="26606"/>
          <pc:sldLayoutMkLst>
            <pc:docMk/>
            <pc:sldMasterMk cId="1894973894" sldId="2147483660"/>
            <pc:sldLayoutMk cId="2253780339" sldId="2147483664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4:53.267" v="9" actId="26606"/>
          <pc:sldLayoutMkLst>
            <pc:docMk/>
            <pc:sldMasterMk cId="1894973894" sldId="2147483660"/>
            <pc:sldLayoutMk cId="758988959" sldId="2147483665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4:53.267" v="9" actId="26606"/>
          <pc:sldLayoutMkLst>
            <pc:docMk/>
            <pc:sldMasterMk cId="1894973894" sldId="2147483660"/>
            <pc:sldLayoutMk cId="2158694564" sldId="2147483666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4:53.267" v="9" actId="26606"/>
          <pc:sldLayoutMkLst>
            <pc:docMk/>
            <pc:sldMasterMk cId="1894973894" sldId="2147483660"/>
            <pc:sldLayoutMk cId="1448953213" sldId="2147483667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4:53.267" v="9" actId="26606"/>
          <pc:sldLayoutMkLst>
            <pc:docMk/>
            <pc:sldMasterMk cId="1894973894" sldId="2147483660"/>
            <pc:sldLayoutMk cId="351268009" sldId="2147483668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4:53.267" v="9" actId="26606"/>
          <pc:sldLayoutMkLst>
            <pc:docMk/>
            <pc:sldMasterMk cId="1894973894" sldId="2147483660"/>
            <pc:sldLayoutMk cId="4139251509" sldId="2147483669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4:53.267" v="9" actId="26606"/>
          <pc:sldLayoutMkLst>
            <pc:docMk/>
            <pc:sldMasterMk cId="1894973894" sldId="2147483660"/>
            <pc:sldLayoutMk cId="3730322581" sldId="2147483670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4:53.267" v="9" actId="26606"/>
          <pc:sldLayoutMkLst>
            <pc:docMk/>
            <pc:sldMasterMk cId="1894973894" sldId="2147483660"/>
            <pc:sldLayoutMk cId="1233678508" sldId="2147483671"/>
          </pc:sldLayoutMkLst>
        </pc:sldLayoutChg>
      </pc:sldMasterChg>
      <pc:sldMasterChg chg="add del replId addSldLayout delSldLayout">
        <pc:chgData name="Sara Marchio" userId="1206ed30-afed-428c-9413-b7cc265f1489" providerId="ADAL" clId="{CF431488-ADBA-4437-B30E-F7B936E52C60}" dt="2026-04-17T08:15:08.062" v="14" actId="26606"/>
        <pc:sldMasterMkLst>
          <pc:docMk/>
          <pc:sldMasterMk cId="1894973894" sldId="2147483660"/>
        </pc:sldMasterMkLst>
        <pc:sldLayoutChg chg="add del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1894973894" sldId="2147483660"/>
            <pc:sldLayoutMk cId="175066591" sldId="2147483661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1894973894" sldId="2147483660"/>
            <pc:sldLayoutMk cId="359781823" sldId="2147483662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1894973894" sldId="2147483660"/>
            <pc:sldLayoutMk cId="735026908" sldId="2147483663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1894973894" sldId="2147483660"/>
            <pc:sldLayoutMk cId="2253780339" sldId="2147483664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1894973894" sldId="2147483660"/>
            <pc:sldLayoutMk cId="758988959" sldId="2147483665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1894973894" sldId="2147483660"/>
            <pc:sldLayoutMk cId="2158694564" sldId="2147483666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1894973894" sldId="2147483660"/>
            <pc:sldLayoutMk cId="1448953213" sldId="2147483667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1894973894" sldId="2147483660"/>
            <pc:sldLayoutMk cId="351268009" sldId="2147483668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1894973894" sldId="2147483660"/>
            <pc:sldLayoutMk cId="4139251509" sldId="2147483669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1894973894" sldId="2147483660"/>
            <pc:sldLayoutMk cId="3730322581" sldId="2147483670"/>
          </pc:sldLayoutMkLst>
        </pc:sldLayoutChg>
        <pc:sldLayoutChg chg="add del replId">
          <pc:chgData name="Sara Marchio" userId="1206ed30-afed-428c-9413-b7cc265f1489" providerId="ADAL" clId="{CF431488-ADBA-4437-B30E-F7B936E52C60}" dt="2026-04-17T08:15:08.062" v="14" actId="26606"/>
          <pc:sldLayoutMkLst>
            <pc:docMk/>
            <pc:sldMasterMk cId="1894973894" sldId="2147483660"/>
            <pc:sldLayoutMk cId="1233678508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F9732F-5CBF-19A6-5C7E-E8D102995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BB38F68-B0A2-884D-6EAA-8CFD77DFA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A56894D-8A2B-4D1A-A92A-CAEDD64A1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B9B8-31CF-452A-8C08-E1373486D92D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A57DA3-5D16-1266-9282-7D754EEA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D482E5-E87A-C790-97AA-FC7A52A0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C3785-EE12-4A92-99D2-94591C0C42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2114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7C03D8-8291-5F2F-21F4-C7EA20EE5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52FBB3-BECE-B442-5C79-87AF6F9A2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403DCE1-3EFB-27E7-9AE7-CC0A4A262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B9B8-31CF-452A-8C08-E1373486D92D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61D33B-83E8-45D7-AB3F-2FDE95F5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F99F09-710D-FF9E-2B51-C7FADD3D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C3785-EE12-4A92-99D2-94591C0C42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342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3C7186-CF78-4F3B-4B72-FA344A9B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E43F65C-9511-9B09-733D-8694377A5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F7A4561-A098-2936-770A-19DC5C4C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B9B8-31CF-452A-8C08-E1373486D92D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08B335-9A2A-A094-E444-1BF82813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725212A-5D00-3A97-2B68-22AC7119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C3785-EE12-4A92-99D2-94591C0C42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0548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E0D752-4810-78A1-796E-8C293CE6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A3DA76-91FC-3A87-34D7-488547736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E70661B-6E9C-22D1-DE34-B0F6485B1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A8649A3-393A-2659-2958-21571323A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B9B8-31CF-452A-8C08-E1373486D92D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A39C301-B3F2-E39D-F328-61AF9EDC1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F8E0471-CDC7-A7DD-0946-2903C8CC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C3785-EE12-4A92-99D2-94591C0C42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1473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019378-5849-CE91-8E78-A546A8B1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B127C06-67C9-987B-614F-952B096D8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2DFC70A-B42C-EDB5-A022-003570273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709C263-B129-7BB2-5288-D1D2E30F02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FC94916-3642-6BE8-8A6F-E0293D5CB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822ED47-994B-685E-0776-F93EBEA7D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B9B8-31CF-452A-8C08-E1373486D92D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5549ECC-FB10-2B6B-0FFC-CC75E31BE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AF19CFE-B2C7-AC44-73BC-44D1F15B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C3785-EE12-4A92-99D2-94591C0C42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620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6A712E-B89E-59F7-A4FA-C40D0EF88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FE5C286-D2C8-95E0-54CC-64B4E2F30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B9B8-31CF-452A-8C08-E1373486D92D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B32D0A2-C80D-8D8E-8428-622FEC89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E8631E1-38AF-0107-481A-82EEB2CB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C3785-EE12-4A92-99D2-94591C0C42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9562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ECE429A-92AF-9984-1C6B-EC44BD92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B9B8-31CF-452A-8C08-E1373486D92D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F764CFB-D7C0-A2E9-6165-DEB6D4EF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F70DD0D-3B83-C7B9-9647-2979581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C3785-EE12-4A92-99D2-94591C0C42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731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865627-19C9-20B7-84C2-E1559B41E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71ECF5-0F5D-8983-3CDB-4CE58847B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B878192-031E-C690-7337-823B6676A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52BA70B-58C4-59DD-7A2A-2FD53F96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B9B8-31CF-452A-8C08-E1373486D92D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BAEB999-7413-0B03-0E13-E45C746E6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514BCA2-A4C8-9AFD-626B-07BCD87D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C3785-EE12-4A92-99D2-94591C0C42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753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9AC083-A7BF-FC88-1AD3-EE11CE50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1E4E957-5C08-238E-09B9-D38F3C75AF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29A6A94-E753-C2E5-7AA5-B88E7974C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D5FADAB-B2D4-686A-784A-FCE8F91EB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B9B8-31CF-452A-8C08-E1373486D92D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3BD3414-9982-BC1D-5306-52A0BA5E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DC4FA9-1A60-0C22-3DEB-387D4E00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C3785-EE12-4A92-99D2-94591C0C42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5651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1E06B9-C43D-2E33-3430-1EC3A3831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915699A-B64C-411D-E2CC-200FF9577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1C497E-D313-D8AE-2FF6-AF16368D1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B9B8-31CF-452A-8C08-E1373486D92D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50530F-7B00-1540-187B-B27F7A0A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E0DF74-55B3-59DA-62A1-5BB42ADA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C3785-EE12-4A92-99D2-94591C0C42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0320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5BABABD-72E2-C6FF-BCB4-6C4B82DCA5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BA53392-37CF-A33D-0352-0BAF84DB3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EBDE2B-9DE7-FA11-53A3-591AE42C2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B9B8-31CF-452A-8C08-E1373486D92D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2CDE9AE-A690-5D9E-EDA4-CC1E5A2E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E903EF1-47F2-6FC9-94CA-807E2C072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C3785-EE12-4A92-99D2-94591C0C42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8007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CCDF769-7639-70E1-596C-C56BE5D68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A7576D-E0DD-C935-D0CA-F308C9ADB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107810-2FBA-3112-A8E1-16934FB4E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CB9B8-31CF-452A-8C08-E1373486D92D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A5871A2-F9F8-7BF5-547F-49E62A91E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CB22FD-D94A-E3B3-DBAB-6D0A1948B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C3785-EE12-4A92-99D2-94591C0C42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945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301B13BA-DE07-7976-1AE3-6AB5BC095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89"/>
          <a:stretch>
            <a:fillRect/>
          </a:stretch>
        </p:blipFill>
        <p:spPr>
          <a:xfrm>
            <a:off x="2189300" y="762000"/>
            <a:ext cx="7813399" cy="289143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374E6C4-1708-624E-ECC4-D47089A8A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2" t="10334" r="472" b="-1640"/>
          <a:stretch>
            <a:fillRect/>
          </a:stretch>
        </p:blipFill>
        <p:spPr>
          <a:xfrm>
            <a:off x="1994250" y="3795459"/>
            <a:ext cx="8074804" cy="3041324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A4AD7C2-E02D-EC8B-5DCF-646CA3CC6383}"/>
              </a:ext>
            </a:extLst>
          </p:cNvPr>
          <p:cNvSpPr txBox="1"/>
          <p:nvPr/>
        </p:nvSpPr>
        <p:spPr>
          <a:xfrm>
            <a:off x="2607646" y="962327"/>
            <a:ext cx="592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(a)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7C2B007-C682-80FF-2AE1-5FD5893D0F0A}"/>
              </a:ext>
            </a:extLst>
          </p:cNvPr>
          <p:cNvSpPr txBox="1"/>
          <p:nvPr/>
        </p:nvSpPr>
        <p:spPr>
          <a:xfrm>
            <a:off x="2627096" y="4008605"/>
            <a:ext cx="675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(c)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C46ED02-3B4A-D6F1-8A37-053F7137B083}"/>
              </a:ext>
            </a:extLst>
          </p:cNvPr>
          <p:cNvSpPr txBox="1"/>
          <p:nvPr/>
        </p:nvSpPr>
        <p:spPr>
          <a:xfrm>
            <a:off x="6648260" y="4016630"/>
            <a:ext cx="675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(d)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947459D-7F39-C864-ED77-106AEFD8161E}"/>
              </a:ext>
            </a:extLst>
          </p:cNvPr>
          <p:cNvSpPr txBox="1"/>
          <p:nvPr/>
        </p:nvSpPr>
        <p:spPr>
          <a:xfrm>
            <a:off x="6502580" y="973137"/>
            <a:ext cx="511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(b)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A0A32AAF-B1AF-8349-1793-452E453A0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396"/>
          <a:stretch>
            <a:fillRect/>
          </a:stretch>
        </p:blipFill>
        <p:spPr>
          <a:xfrm>
            <a:off x="2156175" y="178353"/>
            <a:ext cx="7813399" cy="34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2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7171349F-0EF5-45B3-740E-2C6971875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8889"/>
          <a:stretch>
            <a:fillRect/>
          </a:stretch>
        </p:blipFill>
        <p:spPr>
          <a:xfrm>
            <a:off x="6391275" y="609600"/>
            <a:ext cx="6096000" cy="62484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7CACAAE-A52C-2B39-2C83-5BC8A9763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9" r="50000"/>
          <a:stretch>
            <a:fillRect/>
          </a:stretch>
        </p:blipFill>
        <p:spPr>
          <a:xfrm>
            <a:off x="-285749" y="609600"/>
            <a:ext cx="6096000" cy="62484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79ABB62-FC56-13E5-70C6-5DE879B3D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396"/>
          <a:stretch>
            <a:fillRect/>
          </a:stretch>
        </p:blipFill>
        <p:spPr>
          <a:xfrm>
            <a:off x="2365725" y="178353"/>
            <a:ext cx="7813399" cy="34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7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2111D0BD-6C08-22D0-A569-7B5B577D3E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6550" y="238125"/>
            <a:ext cx="8604250" cy="645318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6271A80-051B-8CC8-81A5-1DBD5EB20121}"/>
              </a:ext>
            </a:extLst>
          </p:cNvPr>
          <p:cNvSpPr txBox="1"/>
          <p:nvPr/>
        </p:nvSpPr>
        <p:spPr>
          <a:xfrm>
            <a:off x="2636521" y="750574"/>
            <a:ext cx="592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(a)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0A511A1-8C3C-00DC-A111-B16448028199}"/>
              </a:ext>
            </a:extLst>
          </p:cNvPr>
          <p:cNvSpPr txBox="1"/>
          <p:nvPr/>
        </p:nvSpPr>
        <p:spPr>
          <a:xfrm>
            <a:off x="2627096" y="3844978"/>
            <a:ext cx="675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(c)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641A875-6361-0180-705F-529495F40425}"/>
              </a:ext>
            </a:extLst>
          </p:cNvPr>
          <p:cNvSpPr txBox="1"/>
          <p:nvPr/>
        </p:nvSpPr>
        <p:spPr>
          <a:xfrm>
            <a:off x="6811889" y="3843377"/>
            <a:ext cx="675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(d)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BE34864-17D7-5ADF-07F4-67B24D02A405}"/>
              </a:ext>
            </a:extLst>
          </p:cNvPr>
          <p:cNvSpPr txBox="1"/>
          <p:nvPr/>
        </p:nvSpPr>
        <p:spPr>
          <a:xfrm>
            <a:off x="6800962" y="751760"/>
            <a:ext cx="511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734054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C7EFDED-5865-3F90-F641-8E3A4A3661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51297" y="293960"/>
            <a:ext cx="8289406" cy="627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FC8677AC-22C8-EA01-4460-C25D030B6814}"/>
              </a:ext>
            </a:extLst>
          </p:cNvPr>
          <p:cNvSpPr txBox="1"/>
          <p:nvPr/>
        </p:nvSpPr>
        <p:spPr>
          <a:xfrm>
            <a:off x="3088908" y="1116329"/>
            <a:ext cx="592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(a)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F3DA102-2455-B125-CF05-B6F7284498D4}"/>
              </a:ext>
            </a:extLst>
          </p:cNvPr>
          <p:cNvSpPr txBox="1"/>
          <p:nvPr/>
        </p:nvSpPr>
        <p:spPr>
          <a:xfrm>
            <a:off x="3127610" y="4047105"/>
            <a:ext cx="675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(c)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702A4B7-B515-BDC9-DE6A-286DB4DEA74B}"/>
              </a:ext>
            </a:extLst>
          </p:cNvPr>
          <p:cNvSpPr txBox="1"/>
          <p:nvPr/>
        </p:nvSpPr>
        <p:spPr>
          <a:xfrm>
            <a:off x="7158397" y="4045505"/>
            <a:ext cx="675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(d)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93F7A8-484C-863E-1080-E8250A29286B}"/>
              </a:ext>
            </a:extLst>
          </p:cNvPr>
          <p:cNvSpPr txBox="1"/>
          <p:nvPr/>
        </p:nvSpPr>
        <p:spPr>
          <a:xfrm>
            <a:off x="7128222" y="1117513"/>
            <a:ext cx="511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150077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Sans Serif Collection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Marchio</dc:creator>
  <cp:lastModifiedBy>Sara Marchio</cp:lastModifiedBy>
  <cp:revision>1</cp:revision>
  <dcterms:created xsi:type="dcterms:W3CDTF">2026-04-17T08:14:16Z</dcterms:created>
  <dcterms:modified xsi:type="dcterms:W3CDTF">2026-04-17T11:06:58Z</dcterms:modified>
</cp:coreProperties>
</file>